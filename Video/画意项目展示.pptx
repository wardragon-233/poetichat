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59" r:id="rId7"/>
    <p:sldId id="260" r:id="rId8"/>
    <p:sldId id="264" r:id="rId9"/>
    <p:sldId id="262" r:id="rId10"/>
    <p:sldId id="26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1.png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image" Target="../media/image2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3" Type="http://schemas.openxmlformats.org/officeDocument/2006/relationships/image" Target="../media/image3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4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image" Target="../media/image5.png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6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画意项目展示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指导老师：龚伟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ym typeface="+mn-ea"/>
              </a:rPr>
              <a:t>成员分工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1092815" cy="4759325"/>
          </a:xfrm>
        </p:spPr>
        <p:txBody>
          <a:bodyPr/>
          <a:p>
            <a:r>
              <a:rPr lang="zh-CN" altLang="en-US"/>
              <a:t>潘童</a:t>
            </a:r>
            <a:r>
              <a:rPr lang="en-US" altLang="zh-CN"/>
              <a:t>						</a:t>
            </a:r>
            <a:endParaRPr lang="zh-CN" altLang="en-US"/>
          </a:p>
          <a:p>
            <a:r>
              <a:rPr lang="zh-CN" altLang="en-US"/>
              <a:t>负责登陆，注册模块</a:t>
            </a:r>
            <a:endParaRPr lang="zh-CN" altLang="en-US"/>
          </a:p>
          <a:p>
            <a:r>
              <a:rPr lang="zh-CN" altLang="en-US"/>
              <a:t>客户端，服务器的连接</a:t>
            </a:r>
            <a:endParaRPr lang="zh-CN" altLang="en-US"/>
          </a:p>
          <a:p>
            <a:r>
              <a:rPr lang="zh-CN" altLang="en-US">
                <a:sym typeface="+mn-ea"/>
              </a:rPr>
              <a:t>项目文档编写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郭宸</a:t>
            </a:r>
            <a:endParaRPr lang="zh-CN" altLang="en-US"/>
          </a:p>
          <a:p>
            <a:r>
              <a:rPr lang="zh-CN" altLang="en-US"/>
              <a:t>交易系统：用户交易画作</a:t>
            </a:r>
            <a:endParaRPr lang="zh-CN" altLang="en-US"/>
          </a:p>
          <a:p>
            <a:r>
              <a:rPr lang="zh-CN" altLang="en-US"/>
              <a:t>项目文档编写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3600"/>
              <a:t>1.</a:t>
            </a:r>
            <a:r>
              <a:rPr lang="zh-CN" altLang="en-US" sz="3600"/>
              <a:t>软件实现关键</a:t>
            </a:r>
            <a:endParaRPr lang="zh-CN" altLang="en-US" sz="3600"/>
          </a:p>
          <a:p>
            <a:endParaRPr lang="en-US" altLang="zh-CN" sz="3600"/>
          </a:p>
          <a:p>
            <a:r>
              <a:rPr lang="en-US" altLang="zh-CN" sz="3600"/>
              <a:t>2.</a:t>
            </a:r>
            <a:r>
              <a:rPr lang="zh-CN" altLang="en-US" sz="3600"/>
              <a:t>软件实现难点</a:t>
            </a:r>
            <a:endParaRPr lang="zh-CN" altLang="en-US" sz="3600"/>
          </a:p>
          <a:p>
            <a:endParaRPr lang="zh-CN" altLang="en-US" sz="3600"/>
          </a:p>
          <a:p>
            <a:r>
              <a:rPr lang="en-US" altLang="zh-CN" sz="3600"/>
              <a:t>3.</a:t>
            </a:r>
            <a:r>
              <a:rPr lang="zh-CN" altLang="en-US" sz="3600"/>
              <a:t>软件测试</a:t>
            </a:r>
            <a:endParaRPr lang="zh-CN" altLang="en-US" sz="36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84860" y="2920365"/>
            <a:ext cx="9398635" cy="705485"/>
          </a:xfrm>
        </p:spPr>
        <p:txBody>
          <a:bodyPr/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软件实现关键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架构设计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87905" y="1538605"/>
            <a:ext cx="6786880" cy="40722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实现里程碑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457200" lvl="1" indent="0">
              <a:buNone/>
            </a:pPr>
            <a:r>
              <a:rPr lang="en-US" altLang="zh-CN" sz="2840"/>
              <a:t>v1</a:t>
            </a:r>
            <a:r>
              <a:rPr lang="zh-CN" altLang="en-US" sz="2840"/>
              <a:t>用户认证</a:t>
            </a:r>
            <a:endParaRPr lang="zh-CN" altLang="en-US" sz="2485"/>
          </a:p>
          <a:p>
            <a:pPr marL="457200" lvl="1" indent="457200">
              <a:buNone/>
            </a:pPr>
            <a:r>
              <a:rPr lang="zh-CN" altLang="en-US" sz="1400"/>
              <a:t>实现用户登陆与注册的功能与</a:t>
            </a:r>
            <a:r>
              <a:rPr lang="en-US" altLang="zh-CN" sz="1400"/>
              <a:t>ui</a:t>
            </a: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  <a:p>
            <a:pPr marL="0" indent="457200">
              <a:buNone/>
            </a:pPr>
            <a:r>
              <a:rPr lang="en-US" altLang="zh-CN" sz="2800"/>
              <a:t>v2</a:t>
            </a:r>
            <a:r>
              <a:rPr lang="zh-CN" altLang="en-US" sz="2800"/>
              <a:t>服务器客户端的连接</a:t>
            </a:r>
            <a:endParaRPr lang="zh-CN" altLang="en-US" sz="2800"/>
          </a:p>
          <a:p>
            <a:pPr marL="457200" lvl="1" indent="457200">
              <a:buNone/>
            </a:pPr>
            <a:r>
              <a:rPr lang="zh-CN" altLang="en-US" sz="1400"/>
              <a:t>用户登陆账号后客户端消息发送服务器，服务器一直监听</a:t>
            </a:r>
            <a:endParaRPr lang="zh-CN" altLang="en-US" sz="1400"/>
          </a:p>
          <a:p>
            <a:pPr marL="457200" lvl="1" indent="457200">
              <a:buNone/>
            </a:pPr>
            <a:endParaRPr lang="en-US" altLang="zh-CN" sz="2800"/>
          </a:p>
          <a:p>
            <a:pPr marL="457200" lvl="1" indent="0">
              <a:buNone/>
            </a:pPr>
            <a:r>
              <a:rPr lang="en-US" altLang="zh-CN" sz="2840">
                <a:solidFill>
                  <a:schemeClr val="tx1">
                    <a:lumMod val="65000"/>
                    <a:lumOff val="35000"/>
                  </a:schemeClr>
                </a:solidFill>
              </a:rPr>
              <a:t>v3</a:t>
            </a:r>
            <a:r>
              <a:rPr lang="zh-CN" altLang="en-US" sz="2840">
                <a:solidFill>
                  <a:schemeClr val="tx1">
                    <a:lumMod val="65000"/>
                    <a:lumOff val="35000"/>
                  </a:schemeClr>
                </a:solidFill>
              </a:rPr>
              <a:t>消息的转发</a:t>
            </a:r>
            <a:endParaRPr lang="zh-CN" altLang="en-US" sz="284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1" indent="45720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客户端可以使用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http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发送消息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json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给服务器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41115" y="2656275"/>
            <a:ext cx="10969200" cy="705600"/>
          </a:xfrm>
        </p:spPr>
        <p:txBody>
          <a:bodyPr/>
          <a:p>
            <a:r>
              <a:rPr lang="en-US" altLang="zh-CN"/>
              <a:t>2.</a:t>
            </a:r>
            <a:r>
              <a:rPr lang="zh-CN" altLang="en-US"/>
              <a:t>软件实现难点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数据传送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2310" y="1490345"/>
            <a:ext cx="6182360" cy="475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732395" y="2020570"/>
            <a:ext cx="3928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使用</a:t>
            </a:r>
            <a:r>
              <a:rPr lang="en-US" altLang="zh-CN"/>
              <a:t>qnetworkrequest</a:t>
            </a:r>
            <a:r>
              <a:rPr lang="zh-CN" altLang="en-US"/>
              <a:t>来传送</a:t>
            </a:r>
            <a:r>
              <a:rPr lang="en-US" altLang="zh-CN"/>
              <a:t>json</a:t>
            </a:r>
            <a:r>
              <a:rPr lang="zh-CN" altLang="en-US"/>
              <a:t>数据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使用</a:t>
            </a:r>
            <a:r>
              <a:rPr lang="en-US" altLang="zh-CN"/>
              <a:t>boostasio</a:t>
            </a:r>
            <a:r>
              <a:rPr lang="zh-CN" altLang="en-US"/>
              <a:t>创建线程池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8680" y="1490345"/>
            <a:ext cx="4003040" cy="475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88000" y="1809115"/>
            <a:ext cx="5022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一个</a:t>
            </a:r>
            <a:r>
              <a:rPr lang="en-US" altLang="zh-CN"/>
              <a:t>work</a:t>
            </a:r>
            <a:r>
              <a:rPr lang="zh-CN" altLang="en-US"/>
              <a:t>对应一个</a:t>
            </a:r>
            <a:r>
              <a:rPr lang="en-US" altLang="zh-CN"/>
              <a:t>service</a:t>
            </a:r>
            <a:r>
              <a:rPr lang="zh-CN" altLang="en-US"/>
              <a:t>绑定，防止线程中途被销毁，从而使工作流中断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3.</a:t>
            </a:r>
            <a:r>
              <a:rPr lang="zh-CN" altLang="en-US"/>
              <a:t>软件测试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6573520" cy="4759325"/>
          </a:xfrm>
        </p:spPr>
        <p:txBody>
          <a:bodyPr/>
          <a:p>
            <a:endParaRPr lang="zh-CN" altLang="en-US"/>
          </a:p>
        </p:txBody>
      </p:sp>
      <p:pic>
        <p:nvPicPr>
          <p:cNvPr id="4" name="图片 3" descr="屏幕截图__yyyy__MM__dd___HH__mm__ss_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5" y="1574165"/>
            <a:ext cx="6595745" cy="37103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49235" y="1802765"/>
            <a:ext cx="2719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软件部署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249035" y="2138680"/>
            <a:ext cx="5720715" cy="3131185"/>
          </a:xfrm>
        </p:spPr>
        <p:txBody>
          <a:bodyPr/>
          <a:p>
            <a:endParaRPr lang="zh-CN" altLang="en-US"/>
          </a:p>
        </p:txBody>
      </p:sp>
      <p:pic>
        <p:nvPicPr>
          <p:cNvPr id="6" name="图片 5" descr="屏幕截图_20260314_0124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185" y="1919605"/>
            <a:ext cx="7971790" cy="44215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98065" y="593725"/>
            <a:ext cx="7153275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服务器与客户端用户认证</a:t>
            </a:r>
            <a:endParaRPr lang="zh-CN" altLang="en-US" sz="3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_20260314_012337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49705" y="1490345"/>
            <a:ext cx="846074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WPS 演示</Application>
  <PresentationFormat>宽屏</PresentationFormat>
  <Paragraphs>55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画意项目展示</vt:lpstr>
      <vt:lpstr>成员分工</vt:lpstr>
      <vt:lpstr>目录</vt:lpstr>
      <vt:lpstr>1.软件实现关键</vt:lpstr>
      <vt:lpstr>架构设计</vt:lpstr>
      <vt:lpstr>实现里程碑</vt:lpstr>
      <vt:lpstr>2.软件实现难点</vt:lpstr>
      <vt:lpstr>数据传送</vt:lpstr>
      <vt:lpstr>使用boostasio创建线程池</vt:lpstr>
      <vt:lpstr>3.软件测试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pt</cp:lastModifiedBy>
  <cp:revision>158</cp:revision>
  <dcterms:created xsi:type="dcterms:W3CDTF">2019-06-19T02:08:00Z</dcterms:created>
  <dcterms:modified xsi:type="dcterms:W3CDTF">2026-03-13T09:33:31Z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9A2617B3885948B0A4B585E363232ECD_11</vt:lpwstr>
  </property>
</Properties>
</file>